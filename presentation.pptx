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CDEB"/>
                </a:solidFill>
              </a:defRPr>
            </a:pPr>
            <a:r>
              <a:t>Flue Gas Emissions (CO, NOx) and Energy Yield in Gas Turbines</a:t>
            </a:r>
          </a:p>
          <a:p>
            <a:br/>
            <a:pPr>
              <a:defRPr sz="1400">
                <a:solidFill>
                  <a:srgbClr val="C8D7E6"/>
                </a:solidFill>
              </a:defRPr>
            </a:pPr>
            <a:r>
              <a:t>Course: Data Analytics (and Data Driven Decision) — University of L'Aquila</a:t>
            </a:r>
            <a:br/>
            <a:r>
              <a:t>Based on Course Methodologies and 2011–2015 Hourly Sensor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(60.4%)</a:t>
            </a:r>
            <a:br/>
            <a:r>
              <a:t>Test: 2014-15 (39.6%)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914400"/>
                <a:gridCol w="3474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Data Cleaning, Quality Validation &amp; Preprocessing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Completeness &amp; Integrity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Missing Values: 0 nulls across all 11 columns.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Duplicates: 7 identical sensor rows detected and pruned.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Chronology: Preserved time order across 2011–2015.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Sensor Health: No negative pressures or invalid readings.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σ-Clipping (Course Method)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Dispersion: $\hat{\sigma} = \frac{IQR}{1.35} = \frac{Q_3 - Q_1}{1.35}$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Centering: Uses Median ($Q_2$) to resist leverage.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Boundaries: $[\text{Med} - 5\hat{\sigma},\; \text{Med} + 5\hat{\sigma}]$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Ambient/Turbine: 0 outliers (100% physically valid).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Emissions (CO/NOx): Skewed tail corresponds to true combustion events (retained).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Protocol &amp; Scaling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Train Set (2011–13): 22,187 samples (60.4%)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Test Set (2014–15): 14,539 samples (39.6%)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No Leakage: Fit scaler strictly on Train, transform Test.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Z-Score Standardization: $z = \frac{x - \mu_{train}}{\sigma_{train}}$ for PCA &amp; Regression.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Median (Q2)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IQR (Q3 - Q1)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Est. σ̂ (IQR/1.35)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Valid Interval [Med ± 5σ̂]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Physical Assessment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17.80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11.88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[-26.21, 61.82]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(Physical weather)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 (mbar)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[982.23, 1042.97]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(Barometric band)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TIT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1085.90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25.20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[992.57, 1179.23]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(Firing regime)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 (MWh)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[61.03, 206.43]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(Generator 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 (mg/m³)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[-4.44, 7.86]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Spikes = Incomplete combustion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 (mg/m³)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63.85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[10.57, 117.13]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Peaks = High flame 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