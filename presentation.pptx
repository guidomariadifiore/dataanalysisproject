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Median) and Spread (Variance $\sigma^2$,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2-to-5 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Main Analysis: Objectives &amp; Methodological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sensor telemetry.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5 PCs ($Z = X V_p$) to eliminate variance inflation and ensure parameter stability.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Quantify pollutant generation as a function of firing state.</a:t>
            </a:r>
            <a:br/>
            <a:r>
              <a:t>• Method: Polynomial Regression (Slide 116 &amp; Ex 4.1) for CO to capture steep non-linear spikes during low-load/startup regimes ($x \to [x, x^2]$).</a:t>
            </a:r>
            <a:br/>
            <a:r>
              <a:t>• Multivariate OLS for NOx tracking thermal oxidation.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106) | Principal Component Regression: $\hat{\beta}_{PCR} = (Z^T Z)^{-1} Z^T y$</a:t>
            </a:r>
            <a:br/>
            <a:r>
              <a:t>• Accuracy Metrics: $R^2 = 1 - \frac{RSS}{TSS}$ (Slide 108), $\text{RMSE} = \sqrt{\frac{1}{m}\sum (y_i - \hat{y}_i)^2}$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